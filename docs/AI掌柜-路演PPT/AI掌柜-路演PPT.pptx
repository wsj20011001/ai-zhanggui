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5" Type="http://schemas.openxmlformats.org/officeDocument/2006/relationships/slide" Target="slides/slide5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86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分解预测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5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2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55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7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6C6CF5', fontWeight: 'bold' }}&gt;github.com/wsj20011001/ai-zhanggui&lt;/Text&gt;&#13;&#10;      &lt;Text style={{ fontSize: 12, color: '#8A90A6' }}&gt;管理端 admin / admin123 · 点餐端工号 1001 / 123456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6C6CF5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附录 A · 界面实拍（无美化）&lt;/Text&gt;&#13;&#10;      &lt;Text style={{ fontSize: 15, color: '#8A90A6' }}&gt;这是 1920 宽屏下直接截的图，不是设计稿&lt;/Text&gt;&#13;&#10;    &lt;/Box&gt;&#13;&#10;    &lt;Text style={{ fontSize: 13, color: '#4A5064', letterSpacing: 2 }}&gt;AI 掌柜&lt;/Text&gt;&#13;&#10;  &lt;/Box&gt;&#13;&#10;  &lt;Box style={{ flex: 1, paddingTop: 8, flexDirection: 'row', gap: 26 }}&gt;&#13;&#10;    &lt;Box style={{ flex: 1.75, background: '#141826', border: '1px solid #242A3D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6C6CF5', letterSpacing: 1 }}&gt;01 首屏只有三件事&lt;/Text&gt;&#13;&#10;        &lt;Text style={{ fontSize: 14, color: '#8A90A6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6C6CF5', letterSpacing: 1 }}&gt;02 每条都带证据&lt;/Text&gt;&#13;&#10;        &lt;Text style={{ fontSize: 14, color: '#8A90A6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6C6CF5', letterSpacing: 1 }}&gt;03 右边是实时状态&lt;/Text&gt;&#13;&#10;        &lt;Text style={{ fontSize: 14, color: '#8A90A6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6C6CF5', letterSpacing: 1 }}&gt;04 按钮就是动作&lt;/Text&gt;&#13;&#10;        &lt;Text style={{ fontSize: 14, color: '#8A90A6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演示数据：180 天 / 6,803 单（seed_demo.py 生成）&lt;/Text&gt;&#13;&#10;    &lt;Text style={{ fontSize: 12, color: '#4A5064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 r:embed="rId1"/>
          <a:srcRect l="0" t="11904" r="0" b="11904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2026-10-20T14:52:42Z</dcterms:created>
  <dcterms:modified xsi:type="dcterms:W3CDTF">2026-10-20T14:52:42Z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