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4" Type="http://schemas.openxmlformats.org/officeDocument/2006/relationships/slide" Target="slides/slide4.xml" /><Relationship Id="rId15" Type="http://schemas.openxmlformats.org/officeDocument/2006/relationships/presProps" Target="presProps.xml" /><Relationship Id="rId0" Type="http://schemas.openxmlformats.org/officeDocument/2006/relationships/slideMaster" Target="slideMasters/slideMaster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老板每天问的三个问题，现有工具一个都没回答&lt;/Text&gt;&#13;&#10;      &lt;Text style={{ fontSize: 15, color: '#5C6780' }}&gt;不是缺报表，是缺结论和动作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0, height: 300 }}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1&lt;/Text&gt;&#13;&#10;        &lt;Text style={{ fontSize: 22, fontWeight: 'bold', color: '#0C1222' }}&gt;今天到底赚没赚&lt;/Text&gt;&#13;&#10;        &lt;Text style={{ fontSize: 15, color: '#5C6780', lineHeight: 1.8 }}&gt;六张报表翻半小时，只知道跌了，&lt;br /&gt;不知道是人少了还是点便宜了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2&lt;/Text&gt;&#13;&#10;        &lt;Text style={{ fontSize: 22, fontWeight: 'bold', color: '#0C1222' }}&gt;明天该买多少&lt;/Text&gt;&#13;&#10;        &lt;Text style={{ fontSize: 15, color: '#5C6780', lineHeight: 1.8 }}&gt;采购靠经验：缺货和压货同时发生，&lt;br /&gt;这套数据里最紧的食材只够 1.5 天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3&lt;/Text&gt;&#13;&#10;        &lt;Text style={{ fontSize: 22, fontWeight: 'bold', color: '#0C1222' }}&gt;哪道菜在赔钱&lt;/Text&gt;&#13;&#10;        &lt;Text style={{ fontSize: 15, color: '#5C6780', lineHeight: 1.8 }}&gt;207 道菜只有 107 道算得清成本，&lt;br /&gt;卖得越多，可能亏得越多。&lt;/Text&gt;&#13;&#10;      &lt;/Box&gt;&#13;&#10;    &lt;/Box&gt;&#13;&#10;    &lt;Box style={{ marginTop: 34, paddingTop: 24, borderTop: '1px solid #E3E8F5', flexDirection: 'row', alignItems: 'center', gap: 16 }}&gt;&#13;&#10;      &lt;Box style={{ width: 6, height: 28, background: '#4C4DDC', borderRadius: 3 }} /&gt;&#13;&#10;      &lt;Text style={{ fontSize: 24, color: '#0C1222' }}&gt;中小餐饮不缺数据，缺一个&lt;Text style={{ fontSize: 24, fontWeight: 'bold', color: '#4C4DDC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这套数据里最紧的食材只够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511492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0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块能力，缺一块都落不了地&lt;/Text&gt;&#13;&#10;      &lt;Text style={{ fontSize: 15, color: '#5C6780' }}&gt;看得懂、算得准、动得了、说得清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8, height: 250 }}&gt;&#13;&#10;      &lt;Box style={{ flex: 1, background: '#FFFFFF', border: '1px solid #E3E8F5', borderRadius: 14, padding: 24 }}&gt;&#13;&#10;        &lt;Text style={{ fontSize: 20, fontWeight: 'bold', color: '#4C4DDC' }}&gt;看得懂&lt;/Text&gt;&#13;&#10;        &lt;Text style={{ fontSize: 15, color: '#0C1222', marginTop: 12, lineHeight: 1.75 }}&gt;营收 · 客流 · 毛利&lt;br /&gt;时段 · 翻台 · 会员结构&lt;/Text&gt;&#13;&#10;        &lt;Text style={{ fontSize: 13, color: '#5C6780', marginTop: 16 }}&gt;180 天 / 6,803 单&lt;/Text&gt;&#13;&#10;      &lt;/Box&gt;&#13;&#10;      &lt;Box style={{ flex: 1, background: '#FFFFFF', border: '1px solid #E3E8F5', borderRadius: 14, padding: 24 }}&gt;&#13;&#10;        &lt;Text style={{ fontSize: 20, fontWeight: 'bold', color: '#4C4DDC' }}&gt;算得准&lt;/Text&gt;&#13;&#10;        &lt;Text style={{ fontSize: 15, color: '#0C1222', marginTop: 12, lineHeight: 1.75 }}&gt;指标唯一口径&lt;br /&gt;BOM 成本 · 三层预测 · 经营推演&lt;/Text&gt;&#13;&#10;        &lt;Text style={{ fontSize: 13, color: '#5C6780', marginTop: 16 }}&gt;回测误差约 30%（含异常周）&lt;/Text&gt;&#13;&#10;      &lt;/Box&gt;&#13;&#10;      &lt;Box style={{ flex: 1, background: '#FFFFFF', border: '1px solid #E3E8F5', borderRadius: 14, padding: 24 }}&gt;&#13;&#10;        &lt;Text style={{ fontSize: 20, fontWeight: 'bold', color: '#4C4DDC' }}&gt;动得了&lt;/Text&gt;&#13;&#10;        &lt;Text style={{ fontSize: 15, color: '#0C1222', marginTop: 12, lineHeight: 1.75 }}&gt;生成采购单 · 按毛利调价&lt;br /&gt;滞销菜设为主推&lt;/Text&gt;&#13;&#10;        &lt;Text style={{ fontSize: 13, color: '#5C6780', marginTop: 16 }}&gt;3 类动作 · 全部可撤销&lt;/Text&gt;&#13;&#10;      &lt;/Box&gt;&#13;&#10;      &lt;Box style={{ flex: 1, background: '#FFFFFF', border: '1px solid #E3E8F5', borderRadius: 14, padding: 24 }}&gt;&#13;&#10;        &lt;Text style={{ fontSize: 20, fontWeight: 'bold', color: '#4C4DDC' }}&gt;说得清&lt;/Text&gt;&#13;&#10;        &lt;Text style={{ fontSize: 15, color: '#0C1222', marginTop: 12, lineHeight: 1.75 }}&gt;每条结论附证据 SQL&lt;br /&gt;操作留痕 · 一键回滚&lt;/Text&gt;&#13;&#10;        &lt;Text style={{ fontSize: 13, color: '#5C6780', marginTop: 16 }}&gt;8 条越界语句 100% 拦截&lt;/Text&gt;&#13;&#10;      &lt;/Box&gt;&#13;&#10;    &lt;/Box&gt;&#13;&#10;    &lt;Box style={{ marginTop: 28, background: '#FBFCFE', border: '1px solid #E3E8F5', borderRadius: 12, padding: '20px 24px', flexDirection: 'row', alignItems: 'center', gap: 18 }}&gt;&#13;&#10;      &lt;Text style={{ fontSize: 15, color: '#5C6780', width: 110 }}&gt;串联起来&lt;/Text&gt;&#13;&#10;      &lt;Text style={{ fontSize: 17, color: '#0C1222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回测误差约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宴席排菜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411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4114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按中餐宴席结构自动配一桌菜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采购单，人工确认后才入库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操作留痕，调价与主推可回滚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85800" y="5772150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64103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1156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3" name="" descr="&lt;Slide style={{ width: 1280, height: 720, background: '#F6F8FD', padding: '56px 72px', flexDirection: 'column' }}&gt;&#10;  &lt;Box style={{ height: 96, flexDirection: 'row', justifyContent: 'space-between', alignItems: 'flex-start' }}&gt;&#10;    &lt;Box style={{ flexDirection: 'column', gap: 8 }}&gt;&#10;      &lt;Text style={{ fontSize: 34, fontWeight: 'bold', color: '#0C1222' }}&gt;先算清代价，再谈智能&lt;/Text&gt;&#10;      &lt;Text style={{ fontSize: 15, color: '#5C6780' }}&gt;左边是它在这套 180 天数据里真找出来的，右边是按建议执行后的测算&lt;/Text&gt;&#10;    &lt;/Box&gt;&#10;    &lt;Box style={{ flexDirection: 'row', alignItems: 'center', gap: 6, padding: '5px 12px', background: '#EEF1FE', border: '1px solid #DDE2F5', borderRadius: 999 }}&gt;&#10;      &lt;Box style={{ width: 6, height: 6, borderRadius: 3, background: '#4C4DDC' }} /&gt;&#10;      &lt;Text style={{ fontSize: 12, color: '#4C4DDC', fontWeight: 'bold', letterSpacing: 1 }}&gt;AI 掌柜&lt;/Text&gt;&#10;    &lt;/Box&gt;&#10;  &lt;/Box&gt;&#10;  &lt;Box style={{ width: 72, height: 3, background: '#4C4DDC', borderRadius: 2, marginTop: 2, marginBottom: 12 }} /&gt;&#10;  &lt;Box style={{ flex: 1, paddingTop: 8 }}&gt;&#10;    &lt;Box style={{ flexDirection: 'row', gap: 24 }}&gt;&#10;      &lt;Box style={{ flex: 1.15, flexDirection: 'column' }}&gt;&#10;        &lt;Text style={{ fontSize: 13, color: '#5C6780', letterSpacing: 1 }}&gt;实测 · 系统自己发现的五件事&lt;/Text&gt;&#10;        &lt;Box style={{ marginTop: 14, flexDirection: 'column', gap: 0 }}&gt;&#10;          &lt;Box style={{ paddingTop: 12, paddingBottom: 12, borderTop: '1px solid #E3E8F5', flexDirection: 'row', alignItems: 'baseline' }}&gt;&#10;            &lt;Text style={{ fontSize: 26, fontWeight: 'bold', color: '#4C4DDC', width: 96 }}&gt;10.6%&lt;/Text&gt;&#10;            &lt;Text style={{ fontSize: 14, color: '#0C1222' }}&gt;近 7 天折扣率，比前 30 天的 8.4% 高 2.2 个点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,476&lt;/Text&gt;&#10;            &lt;Text style={{ fontSize: 14, color: '#0C1222' }}&gt;元 · 按原折扣水平本可少让的金额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20 道&lt;/Text&gt;&#10;            &lt;Text style={{ fontSize: 14, color: '#0C1222' }}&gt;菜连续 3 天 0 销量，占在售 9.7%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 种&lt;/Text&gt;&#10;            &lt;Text style={{ fontSize: 14, color: '#0C1222' }}&gt;食材可支撑不足 2 天（基围虾只剩 1.5 天）&lt;/Text&gt;&#10;          &lt;/Box&gt;&#10;          &lt;Box style={{ paddingTop: 12, paddingBottom: 12, borderTop: '1px solid #E3E8F5', borderBottom: '1px solid #E3E8F5', flexDirection: 'row', alignItems: 'baseline' }}&gt;&#10;            &lt;Text style={{ fontSize: 26, fontWeight: 'bold', color: '#4C4DDC', width: 96 }}&gt;57.8%&lt;/Text&gt;&#10;            &lt;Text style={{ fontSize: 14, color: '#0C1222' }}&gt;近 30 天毛利率，比目标低 2.2 个点&lt;/Text&gt;&#10;          &lt;/Box&gt;&#10;        &lt;/Box&gt;&#10;      &lt;/Box&gt;&#10;      &lt;Box style={{ flex: 1, background: '#EEF1FE', border: '1px solid #C9CDF6', borderRadius: 14, padding: 30, flexDirection: 'column', gap: 18, justifyContent: 'flex-start' }}&gt;&#10;        &lt;Box style={{ flexDirection: 'column', gap: 6 }}&gt;&#10;          &lt;Text style={{ fontSize: 13, color: '#4C4DDC', letterSpacing: 1 }}&gt;测算 · 补齐这 2.2 个点&lt;/Text&gt;&#10;          &lt;Text style={{ fontSize: 56, fontWeight: 'bold', color: '#0C1222', letterSpacing: -1 }}&gt;+9.0&lt;span style={{ fontSize: 22 }}&gt; 万/年&lt;/span&gt;&lt;/Text&gt;&#10;          &lt;Text style={{ fontSize: 13, color: '#5C6780' }}&gt;近 30 天营收 33.1 万 × 2.2pt × 12 个月&lt;/Text&gt;&#10;        &lt;/Box&gt;&#10;        &lt;Box style={{ flexDirection: 'column', gap: 8, marginTop: 6, paddingTop: 16, borderTop: '1px solid #3A3F63' }}&gt;&#10;          &lt;Text style={{ fontSize: 13, color: '#0C1222' }}&gt;怎么补：&lt;/Text&gt;&#10;          &lt;Text style={{ fontSize: 13, color: '#5C6780', lineHeight: 1.8 }}&gt;① 3 道瘦狗菜调价 5%~15%&lt;br /&gt;② 20 道滞销菜组套餐或下架&lt;br /&gt;③ 折扣收回 2 个点&lt;/Text&gt;&#10;        &lt;/Box&gt;&#10;        &lt;Text style={{ fontSize: 11, color: '#6B7490', lineHeight: 1.6, marginTop: 4 }}&gt;&#10;          左列全部由 SQL 从 180 天数据算出，脚本可复现；右侧为按当前规模的线性测算，不是承诺值。&#10;        &lt;/Text&gt;&#10;      &lt;/Box&gt;&#10;    &lt;/Box&gt;&#10;  &lt;/Box&gt;&#10;  &lt;Box style={{ height: 36, flexDirection: 'row', justifyContent: 'space-between', alignItems: 'flex-end' }}&gt;&#10;    &lt;Text style={{ fontSize: 12, color: '#8A93A8' }}&gt;2026 武汉 1024 · 产业应用赛道&lt;/Text&gt;&#10;    &lt;Text style={{ fontSize: 12, color: '#8A93A8' }}&gt;09 / 1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10.6%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8.4%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1,476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9.7%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57.8%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+9.0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33.1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2.2pt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20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2026-10-22T13:44:34Z</dcterms:created>
  <dcterms:modified xsi:type="dcterms:W3CDTF">2026-10-22T13:44:34Z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