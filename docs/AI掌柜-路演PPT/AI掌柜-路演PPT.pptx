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3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9" Type="http://schemas.openxmlformats.org/officeDocument/2006/relationships/slide" Target="slides/slide9.xml" /><Relationship Id="rId10" Type="http://schemas.openxmlformats.org/officeDocument/2006/relationships/slide" Target="slides/slide10.xml" /><Relationship Id="rId14" Type="http://schemas.openxmlformats.org/officeDocument/2006/relationships/presProps" Target="presProps.xml" /><Relationship Id="rId12" Type="http://schemas.openxmlformats.org/officeDocument/2006/relationships/slide" Target="slides/slide12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6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9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13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分解预测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3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7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02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3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6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8A90A6' }}&gt;代码仓库与演示入口见提交材料 · 演示账号 admin / admin123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95287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962650"/>
            <a:ext cx="3467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6172200"/>
            <a:ext cx="3467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代码仓库与演示入口见提交材料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演示账号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2026-10-20T14:20:09Z</dcterms:created>
  <dcterms:modified xsi:type="dcterms:W3CDTF">2026-10-20T14:20:09Z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