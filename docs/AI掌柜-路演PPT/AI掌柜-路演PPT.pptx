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4" Type="http://schemas.openxmlformats.org/officeDocument/2006/relationships/slide" Target="slides/slide4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5" Type="http://schemas.openxmlformats.org/officeDocument/2006/relationships/presProps" Target="presProps.xml" /><Relationship Id="rId3" Type="http://schemas.openxmlformats.org/officeDocument/2006/relationships/slide" Target="slides/slide3.xml" /><Relationship Id="rId14" Type="http://schemas.openxmlformats.org/officeDocument/2006/relationships/notesMaster" Target="notesMasters/notesMaster1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9" Type="http://schemas.openxmlformats.org/officeDocument/2006/relationships/slide" Target="slides/slide9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F6F8FD', padding: '56px 72px', flexDirection: 'column', justifyContent: 'space-between' }}&gt;&#13;&#10;  &lt;Box style={{ flexDirection: 'row', justifyContent: 'space-between', alignItems: 'center' }}&gt;&#13;&#10;    &lt;Text style={{ fontSize: 13, color: '#5C6780', letterSpacing: 1 }}&gt;2026 武汉 1024 · 人工智能创新应用黑客松&lt;/Text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产业应用赛道&lt;/Text&gt;&#13;&#10;    &lt;/Box&gt;&#13;&#10;  &lt;/Box&gt;&#13;&#10;&#13;&#10;  &lt;Box style={{ flexDirection: 'row', alignItems: 'center', gap: 40 }}&gt;&#13;&#10;    &lt;Box style={{ flex: 1, flexDirection: 'column' }}&gt;&#13;&#10;      &lt;Text style={{ fontSize: 92, fontWeight: 'bold', color: '#0C1222', letterSpacing: -3 }}&gt;AI 掌柜&lt;/Text&gt;&#13;&#10;      &lt;Text style={{ fontSize: 28, color: '#3A4360', marginTop: 6 }}&gt;中小餐饮经营 Agent&lt;/Text&gt;&#13;&#10;      &lt;Box style={{ width: 88, height: 4, background: '#4C4DDC', borderRadius: 2, marginTop: 20, marginBottom: 20 }} /&gt;&#13;&#10;      &lt;Text style={{ fontSize: 20, color: '#5C6780', lineHeight: 1.75, width: 620 }}&gt;&#13;&#10;        不只告诉你哪里亏，还替你把账算平、把货备好、把菜单改对。&#13;&#10;      &lt;/Text&gt;&#13;&#10;    &lt;/Box&gt;&#13;&#10;&#13;&#10;    &lt;Box style={{ width: 360, background: '#EEF1FE', border: '1px solid #DDE2F5', borderRadius: 18, padding: 26, flexDirection: 'column', gap: 16 }}&gt;&#13;&#10;      &lt;Text style={{ fontSize: 11, color: '#4C4DDC', fontWeight: 'bold', letterSpacing: 2 }}&gt;DAILY LOOP&lt;/Text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1&lt;/Text&gt;&#13;&#10;        &lt;/Box&gt;&#13;&#10;        &lt;Text style={{ fontSize: 15, color: '#0C1222' }}&gt;发现异常 · 3 件事&lt;/Text&gt;&#13;&#10;      &lt;/Box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2&lt;/Text&gt;&#13;&#10;        &lt;/Box&gt;&#13;&#10;        &lt;Text style={{ fontSize: 15, color: '#0C1222' }}&gt;算清原因 · 客流 / 客单价&lt;/Text&gt;&#13;&#10;      &lt;/Box&gt;&#13;&#10;      &lt;Box style={{ flexDirection: 'row', alignItems: 'center', gap: 12 }}&gt;&#13;&#10;        &lt;Box style={{ width: 26, height: 26, borderRadius: 8, background: '#4C4DDC', alignItems: 'center', justifyContent: 'center' }}&gt;&#13;&#10;          &lt;Text style={{ fontSize: 12, color: '#FFFFFF', fontWeight: 'bold' }}&gt;3&lt;/Text&gt;&#13;&#10;        &lt;/Box&gt;&#13;&#10;        &lt;Text style={{ fontSize: 15, color: '#0C1222' }}&gt;动手执行 · 可撤销&lt;/Text&gt;&#13;&#10;      &lt;/Box&gt;&#13;&#10;      &lt;Box style={{ height: 1, background: '#D8DEF2', marginTop: 4 }} /&gt;&#13;&#10;      &lt;Text style={{ fontSize: 12, color: '#5C6780' }}&gt;180 天 · 6,803 单 · 断网可跑&lt;/Text&gt;&#13;&#10;    &lt;/Box&gt;&#13;&#10;  &lt;/Box&gt;&#13;&#10;&#13;&#10;  &lt;Box style={{ flexDirection: 'row', justifyContent: 'space-between', alignItems: 'flex-end' }}&gt;&#13;&#10;    &lt;Text style={{ fontSize: 14, color: '#5C6780' }}&gt;演示门店 · 春归燕茶餐厅&lt;/Text&gt;&#13;&#10;    &lt;Text style={{ fontSize: 13, color: '#8A93A8' }}&gt;01 / 12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 5 种食材只够 2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4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分水岭不在图表，在「能不能动手」&lt;/Text&gt;&#13;&#10;      &lt;Text style={{ fontSize: 15, color: '#5C6780' }}&gt;同样一份营收下滑，两条完全不同的处理路径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4, height: 330 }}&gt;&#13;&#10;      &lt;Box style={{ flex: 1, background: '#FBFCFE', border: '1px solid #E3E8F5', borderRadius: 14, padding: 26 }}&gt;&#13;&#10;        &lt;Text style={{ fontSize: 13, color: '#8A93A8', letterSpacing: 2 }}&gt;传统 BI / 经营看板&lt;/Text&gt;&#13;&#10;        &lt;Text style={{ fontSize: 26, fontWeight: 'bold', color: '#5C6780', marginTop: 10 }}&gt;价值停在「知道」&lt;/Text&gt;&#13;&#10;        &lt;Box style={{ marginTop: 22, flexDirection: 'column', gap: 14 }}&gt;&#13;&#10;          &lt;Text style={{ fontSize: 16, color: '#5C6780' }}&gt;看板 → 发现跌了&lt;/Text&gt;&#13;&#10;          &lt;Text style={{ fontSize: 16, color: '#5C6780' }}&gt;→ 自己判断原因&lt;/Text&gt;&#13;&#10;          &lt;Text style={{ fontSize: 16, color: '#5C6780' }}&gt;→ 自己打电话订货&lt;/Text&gt;&#13;&#10;          &lt;Text style={{ fontSize: 16, color: '#5C6780' }}&gt;→ 一周后忘了复盘&lt;/Text&gt;&#13;&#10;        &lt;/Box&gt;&#13;&#10;      &lt;/Box&gt;&#13;&#10;      &lt;Box style={{ flex: 1, background: '#EEF1FE', border: '1px solid #C9CDF6', borderRadius: 14, padding: 26 }}&gt;&#13;&#10;        &lt;Text style={{ fontSize: 13, color: '#4C4DDC', letterSpacing: 2 }}&gt;AI 掌柜&lt;/Text&gt;&#13;&#10;        &lt;Text style={{ fontSize: 26, fontWeight: 'bold', color: '#0C1222', marginTop: 10 }}&gt;价值走到「改变」&lt;/Text&gt;&#13;&#10;        &lt;Box style={{ marginTop: 22, flexDirection: 'column', gap: 14 }}&gt;&#13;&#10;          &lt;Text style={{ fontSize: 16, color: '#0C1222' }}&gt;驾驶舱 → 3 件事 + 证据&lt;/Text&gt;&#13;&#10;          &lt;Text style={{ fontSize: 16, color: '#0C1222' }}&gt;→ 拆解成客流 / 客单价&lt;/Text&gt;&#13;&#10;          &lt;Text style={{ fontSize: 16, color: '#0C1222' }}&gt;→ 一键生成采购单并入库&lt;/Text&gt;&#13;&#10;          &lt;Text style={{ fontSize: 16, color: '#0C1222' }}&gt;→ 7 天后自动回填效果&lt;/Text&gt;&#13;&#10;        &lt;/Box&gt;&#13;&#10;      &lt;/Box&gt;&#13;&#10;    &lt;/Box&gt;&#13;&#10;    &lt;Box style={{ marginTop: 30, flexDirection: 'row', gap: 14 }}&gt;&#13;&#10;      &lt;Text style={{ fontSize: 15, color: '#5C6780' }}&gt;三个关键词&lt;/Text&gt;&#13;&#10;      &lt;Text style={{ fontSize: 15, color: '#4C4DDC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块能力，缺一块都落不了地&lt;/Text&gt;&#13;&#10;      &lt;Text style={{ fontSize: 15, color: '#5C6780' }}&gt;看得懂、算得准、动得了、说得清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8, height: 250 }}&gt;&#13;&#10;      &lt;Box style={{ flex: 1, background: '#FFFFFF', border: '1px solid #E3E8F5', borderRadius: 14, padding: 24 }}&gt;&#13;&#10;        &lt;Text style={{ fontSize: 20, fontWeight: 'bold', color: '#4C4DDC' }}&gt;看得懂&lt;/Text&gt;&#13;&#10;        &lt;Text style={{ fontSize: 15, color: '#0C1222', marginTop: 12, lineHeight: 1.75 }}&gt;营收 · 客流 · 毛利&lt;br /&gt;时段 · 翻台 · 会员结构&lt;/Text&gt;&#13;&#10;        &lt;Text style={{ fontSize: 13, color: '#5C6780', marginTop: 16 }}&gt;180 天 / 6,803 单&lt;/Text&gt;&#13;&#10;      &lt;/Box&gt;&#13;&#10;      &lt;Box style={{ flex: 1, background: '#FFFFFF', border: '1px solid #E3E8F5', borderRadius: 14, padding: 24 }}&gt;&#13;&#10;        &lt;Text style={{ fontSize: 20, fontWeight: 'bold', color: '#4C4DDC' }}&gt;算得准&lt;/Text&gt;&#13;&#10;        &lt;Text style={{ fontSize: 15, color: '#0C1222', marginTop: 12, lineHeight: 1.75 }}&gt;指标唯一口径&lt;br /&gt;BOM 成本 · 三层预测 · 经营推演&lt;/Text&gt;&#13;&#10;        &lt;Text style={{ fontSize: 13, color: '#5C6780', marginTop: 16 }}&gt;回测误差 22%（含异常周）&lt;/Text&gt;&#13;&#10;      &lt;/Box&gt;&#13;&#10;      &lt;Box style={{ flex: 1, background: '#FFFFFF', border: '1px solid #E3E8F5', borderRadius: 14, padding: 24 }}&gt;&#13;&#10;        &lt;Text style={{ fontSize: 20, fontWeight: 'bold', color: '#4C4DDC' }}&gt;动得了&lt;/Text&gt;&#13;&#10;        &lt;Text style={{ fontSize: 15, color: '#0C1222', marginTop: 12, lineHeight: 1.75 }}&gt;生成采购单 · 按毛利调价&lt;br /&gt;滞销菜设为主推&lt;/Text&gt;&#13;&#10;        &lt;Text style={{ fontSize: 13, color: '#5C6780', marginTop: 16 }}&gt;3 类动作 · 全部可撤销&lt;/Text&gt;&#13;&#10;      &lt;/Box&gt;&#13;&#10;      &lt;Box style={{ flex: 1, background: '#FFFFFF', border: '1px solid #E3E8F5', borderRadius: 14, padding: 24 }}&gt;&#13;&#10;        &lt;Text style={{ fontSize: 20, fontWeight: 'bold', color: '#4C4DDC' }}&gt;说得清&lt;/Text&gt;&#13;&#10;        &lt;Text style={{ fontSize: 15, color: '#0C1222', marginTop: 12, lineHeight: 1.75 }}&gt;每条结论附证据 SQL&lt;br /&gt;操作留痕 · 一键回滚&lt;/Text&gt;&#13;&#10;        &lt;Text style={{ fontSize: 13, color: '#5C6780', marginTop: 16 }}&gt;8 条越界语句 100% 拦截&lt;/Text&gt;&#13;&#10;      &lt;/Box&gt;&#13;&#10;    &lt;/Box&gt;&#13;&#10;    &lt;Box style={{ marginTop: 28, background: '#FBFCFE', border: '1px solid #E3E8F5', borderRadius: 12, padding: '20px 24px', flexDirection: 'row', alignItems: 'center', gap: 18 }}&gt;&#13;&#10;      &lt;Text style={{ fontSize: 15, color: '#5C6780', width: 110 }}&gt;串联起来&lt;/Text&gt;&#13;&#10;      &lt;Text style={{ fontSize: 17, color: '#0C1222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现场三分钟，只走一条路径&lt;/Text&gt;&#13;&#10;      &lt;Text style={{ fontSize: 15, color: '#5C6780' }}&gt;上午 09:00，老板打开电脑后的真实操作顺序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6, height: 205 }}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1 步 · 30 秒&lt;/Text&gt;&#13;&#10;        &lt;Text style={{ fontSize: 21, fontWeight: 'bold', color: '#0C1222', marginTop: 6 }}&gt;打开驾驶舱&lt;/Text&gt;&#13;&#10;        &lt;Text style={{ fontSize: 14, color: '#5C6780', lineHeight: 1.8 }}&gt;只有 3 件事：&lt;br /&gt;营收跌 20%、3 道菜滞销、&lt;br /&gt;牛腩只够 1.5 天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2 步 · 60 秒&lt;/Text&gt;&#13;&#10;        &lt;Text style={{ fontSize: 21, fontWeight: 'bold', color: '#0C1222', marginTop: 6 }}&gt;点「营收下滑」&lt;/Text&gt;&#13;&#10;        &lt;Text style={{ fontSize: 14, color: '#5C6780', lineHeight: 1.8 }}&gt;拆成客流 −18%、客单价 −3%，&lt;br /&gt;结论：人少了，&lt;br /&gt;不是点便宜了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3 步 · 60 秒&lt;/Text&gt;&#13;&#10;        &lt;Text style={{ fontSize: 21, fontWeight: 'bold', color: '#0C1222', marginTop: 6 }}&gt;点「缺货」&lt;/Text&gt;&#13;&#10;        &lt;Text style={{ fontSize: 14, color: '#5C6780', lineHeight: 1.8 }}&gt;按 7 天用量生成采购单&lt;br /&gt;→ 确认入库&lt;br /&gt;→ 库存与流水同步。&lt;/Text&gt;&#13;&#10;      &lt;/Box&gt;&#13;&#10;    &lt;/Box&gt;&#13;&#10;    &lt;Box style={{ marginTop: 20, background: '#EEF1FE', border: '1px solid #C9CDF6', borderRadius: 14, padding: '20px 24px', flexDirection: 'row', alignItems: 'center', gap: 24 }}&gt;&#13;&#10;      &lt;Text style={{ fontSize: 13, color: '#4C4DDC', letterSpacing: 2, width: 132 }}&gt;加演 · 一句话&lt;/Text&gt;&#13;&#10;      &lt;Box style={{ flexDirection: 'column', gap: 6 }}&gt;&#13;&#10;        &lt;Text style={{ fontSize: 19, fontWeight: 'bold', color: '#0C1222' }}&gt;「明天 8 人宴席，人均 150」&lt;/Text&gt;&#13;&#10;        &lt;Text style={{ fontSize: 13, color: '#5C6780' }}&gt;按中餐宴席结构排 10 道菜 → 一键成单 → 后厨立刻看到，可人工增减。&lt;/Text&gt;&#13;&#10;      &lt;/Box&gt;&#13;&#10;    &lt;/Box&gt;&#13;&#10;    &lt;Box style={{ marginTop: 20, paddingTop: 16, borderTop: '1px solid #E3E8F5', flexDirection: 'row', gap: 0 }}&gt;&#13;&#10;      &lt;Box style={{ flex: 1, flexDirection: 'column', gap: 3 }}&gt;&#13;&#10;        &lt;Text style={{ fontSize: 24, fontWeight: 'bold', color: '#0C1222' }}&gt;1 张&lt;/Text&gt;&#13;&#10;        &lt;Text style={{ fontSize: 12, color: '#5C6780' }}&gt;采购单（7 项 / 2,757 元）&lt;/Text&gt;&#13;&#10;      &lt;/Box&gt;&#13;&#10;      &lt;Box style={{ flex: 1, flexDirection: 'column', gap: 3 }}&gt;&#13;&#10;        &lt;Text style={{ fontSize: 24, fontWeight: 'bold', color: '#0C1222' }}&gt;7 种&lt;/Text&gt;&#13;&#10;        &lt;Text style={{ fontSize: 12, color: '#5C6780' }}&gt;食材库存与流水同步更新&lt;/Text&gt;&#13;&#10;      &lt;/Box&gt;&#13;&#10;      &lt;Box style={{ flex: 1, flexDirection: 'column', gap: 3 }}&gt;&#13;&#10;        &lt;Text style={{ fontSize: 24, fontWeight: 'bold', color: '#0C1222' }}&gt;3 条&lt;/Text&gt;&#13;&#10;        &lt;Text style={{ fontSize: 12, color: '#5C6780' }}&gt;操作留痕，任何一条可回滚&lt;/Text&gt;&#13;&#10;      &lt;/Box&gt;&#13;&#10;      &lt;Box style={{ flex: 1.2, flexDirection: 'column', gap: 3 }}&gt;&#13;&#10;        &lt;Text style={{ fontSize: 24, fontWeight: 'bold', color: '#4C4DDC' }}&gt;0 次&lt;/Text&gt;&#13;&#10;        &lt;Text style={{ fontSize: 12, color: '#5C6780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4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层架构：交易底座不动，决策层新建&lt;/Text&gt;&#13;&#10;      &lt;Text style={{ fontSize: 15, color: '#5C6780' }}&gt;原有 4,294 行代码、42 个模板、190 项测试，全部作为底座继续跑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column', gap: 14 }}&gt;&#13;&#10;      &lt;Box style={{ background: '#EEF1FE', border: '1px solid #C9CDF6', borderRadius: 10, padding: '22px 24px', flexDirection: 'row', alignItems: 'center' }}&gt;&#13;&#10;        &lt;Text style={{ fontSize: 13, color: '#4C4DDC', width: 100, letterSpacing: 1 }}&gt;决策界面&lt;/Text&gt;&#13;&#10;        &lt;Text style={{ fontSize: 16, color: '#0C1222' }}&gt;AI 驾驶舱 · 经营问答 · 洞察中心 · 采购单 · 四象限 · 预测备货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AI 引擎&lt;/Text&gt;&#13;&#10;        &lt;Text style={{ fontSize: 16, color: '#0C1222' }}&gt;受控 NL2SQL · 6 类规则检测 · 三层分解预测 · 可执行工具&lt;/Text&gt;&#13;&#10;      &lt;/Box&gt;&#13;&#10;      &lt;Box style={{ background: '#FFFFFF', border: '1px solid #E3E8F5', borderRadius: 10, padding: '22px 24px', flexDirection: 'row', alignItems: 'center' }}&gt;&#13;&#10;        &lt;Text style={{ fontSize: 13, color: '#5C6780', width: 100, letterSpacing: 1 }}&gt;指标层&lt;/Text&gt;&#13;&#10;        &lt;Text style={{ fontSize: 16, color: '#0C1222' }}&gt;唯一口径 metrics.py · 日粒度预聚合 ETL · 8 个只读语义视图&lt;/Text&gt;&#13;&#10;      &lt;/Box&gt;&#13;&#10;      &lt;Box style={{ background: '#FBFCFE', border: '1px solid #E3E8F5', borderRadius: 10, padding: '22px 24px', flexDirection: 'row', alignItems: 'center' }}&gt;&#13;&#10;        &lt;Text style={{ fontSize: 13, color: '#8A93A8', width: 100, letterSpacing: 1 }}&gt;交易底座&lt;/Text&gt;&#13;&#10;        &lt;Text style={{ fontSize: 16, color: '#5C6780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E3E8F5' }}&gt;&#13;&#10;        &lt;Text style={{ fontSize: 30, fontWeight: 'bold', color: '#4C4DDC' }}&gt;0&lt;/Text&gt;&#13;&#10;        &lt;Text style={{ fontSize: 13, color: '#5C6780', marginTop: 4 }}&gt;新增第三方运行时依赖&lt;br /&gt;仅 Flask + waitress&lt;/Text&gt;&#13;&#10;      &lt;/Box&gt;&#13;&#10;      &lt;Box style={{ flex: 1, paddingTop: 14, borderTop: '1px solid #E3E8F5' }}&gt;&#13;&#10;        &lt;Text style={{ fontSize: 30, fontWeight: 'bold', color: '#4C4DDC' }}&gt;1.0s&lt;/Text&gt;&#13;&#10;        &lt;Text style={{ fontSize: 13, color: '#5C6780', marginTop: 4 }}&gt;看板首屏&lt;br /&gt;180 天预聚合&lt;/Text&gt;&#13;&#10;      &lt;/Box&gt;&#13;&#10;      &lt;Box style={{ flex: 1, paddingTop: 14, borderTop: '1px solid #E3E8F5' }}&gt;&#13;&#10;        &lt;Text style={{ fontSize: 30, fontWeight: 'bold', color: '#4C4DDC' }}&gt;离线&lt;/Text&gt;&#13;&#10;        &lt;Text style={{ fontSize: 13, color: '#5C6780', marginTop: 4 }}&gt;可跑：本地模型 / 规则降级&lt;br /&gt;不依赖 CDN 与外网&lt;/Text&gt;&#13;&#10;      &lt;/Box&gt;&#13;&#10;    &lt;/Box&gt;&#13;&#10;    &lt;Box style={{ marginTop: 20, paddingTop: 16, borderTop: '1px solid #E3E8F5', flexDirection: 'row', gap: 14 }}&gt;&#13;&#10;      &lt;Text style={{ fontSize: 13, color: '#4C4DDC', width: 76 }}&gt;选型取舍&lt;/Text&gt;&#13;&#10;      &lt;Text style={{ fontSize: 14, color: '#5C6780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敢让它查数，是因为它改不了数&lt;/Text&gt;&#13;&#10;      &lt;Text style={{ fontSize: 15, color: '#5C6780' }}&gt;自然语言查数的五道闸 —— 对应评审的「稳定性与合规性」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4C4DDC', width: 34 }}&gt;01&lt;/Text&gt;&#13;&#10;          &lt;Box style={{ flexDirection: 'column', gap: 4 }}&gt;&#13;&#10;            &lt;Text style={{ fontSize: 19, color: '#0C1222' }}&gt;只读连接&lt;/Text&gt;&#13;&#10;            &lt;Text style={{ fontSize: 14, color: '#5C6780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4C4DDC', width: 34 }}&gt;02&lt;/Text&gt;&#13;&#10;          &lt;Box style={{ flexDirection: 'column', gap: 4 }}&gt;&#13;&#10;            &lt;Text style={{ fontSize: 19, color: '#0C1222' }}&gt;视图白名单&lt;/Text&gt;&#13;&#10;            &lt;Text style={{ fontSize: 14, color: '#5C6780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4C4DDC', width: 34 }}&gt;03&lt;/Text&gt;&#13;&#10;          &lt;Box style={{ flexDirection: 'column', gap: 4 }}&gt;&#13;&#10;            &lt;Text style={{ fontSize: 19, color: '#0C1222' }}&gt;语法校验&lt;/Text&gt;&#13;&#10;            &lt;Text style={{ fontSize: 14, color: '#5C6780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4C4DDC', width: 34 }}&gt;04&lt;/Text&gt;&#13;&#10;          &lt;Box style={{ flexDirection: 'column', gap: 4 }}&gt;&#13;&#10;            &lt;Text style={{ fontSize: 19, color: '#0C1222' }}&gt;强制约束&lt;/Text&gt;&#13;&#10;            &lt;Text style={{ fontSize: 14, color: '#5C6780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4C4DDC', width: 34 }}&gt;05&lt;/Text&gt;&#13;&#10;          &lt;Box style={{ flexDirection: 'column', gap: 4 }}&gt;&#13;&#10;            &lt;Text style={{ fontSize: 19, color: '#0C1222' }}&gt;结果上限&lt;/Text&gt;&#13;&#10;            &lt;Text style={{ fontSize: 14, color: '#5C6780' }}&gt;最多 500 行，不会把大结果集塞进模型上下文&lt;/Text&gt;&#13;&#10;          &lt;/Box&gt;&#13;&#10;        &lt;/Box&gt;&#13;&#10;      &lt;/Box&gt;&#13;&#10;      &lt;Box style={{ flex: 1, background: '#FFFFFF', border: '1px solid #E3E8F5', borderRadius: 14, padding: 26, flexDirection: 'column', justifyContent: 'space-between' }}&gt;&#13;&#10;        &lt;Box&gt;&#13;&#10;          &lt;Text style={{ fontSize: 13, color: '#5C6780', letterSpacing: 1 }}&gt;自动化验证&lt;/Text&gt;&#13;&#10;          &lt;Text style={{ fontSize: 62, fontWeight: 'bold', color: '#4C4DDC', marginTop: 6 }}&gt;8 / 8&lt;/Text&gt;&#13;&#10;          &lt;Text style={{ fontSize: 15, color: '#0C1222', marginTop: 4 }}&gt;越界语句全部拦截&lt;/Text&gt;&#13;&#10;        &lt;/Box&gt;&#13;&#10;        &lt;Box style={{ flexDirection: 'column', gap: 6 }}&gt;&#13;&#10;          &lt;Text style={{ fontSize: 12, color: '#5C6780' }}&gt;SELECT * FROM members&lt;/Text&gt;&#13;&#10;          &lt;Text style={{ fontSize: 12, color: '#5C6780' }}&gt;DROP TABLE orders&lt;/Text&gt;&#13;&#10;          &lt;Text style={{ fontSize: 12, color: '#5C6780' }}&gt;SELECT 1; DELETE FROM orders&lt;/Text&gt;&#13;&#10;          &lt;Text style={{ fontSize: 12, color: '#5C6780' }}&gt;... UNION SELECT * FROM settings&lt;/Text&gt;&#13;&#10;          &lt;Text style={{ fontSize: 12, color: '#5C6780' }}&gt;ATTACH / PRAGMA / sqlite_master&lt;/Text&gt;&#13;&#10;        &lt;/Box&gt;&#13;&#10;        &lt;Text style={{ fontSize: 12, color: '#4C4DDC' }}&gt;越界时先自动修复一轮 SQL，再失败才降级&lt;/Text&gt;&#13;&#10;      &lt;/Box&gt;&#13;&#10;    &lt;/Box&gt;&#13;&#10;    &lt;Box style={{ marginTop: 22, paddingTop: 18, borderTop: '1px solid #E3E8F5', flexDirection: 'row', gap: 16 }}&gt;&#13;&#10;      &lt;Box style={{ width: 5, height: 46, background: '#4C4DDC', borderRadius: 3 }} /&gt;&#13;&#10;      &lt;Text style={{ fontSize: 16, color: '#5C6780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6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AI 不会算错账，因为它不算账&lt;/Text&gt;&#13;&#10;      &lt;Text style={{ fontSize: 15, color: '#5C6780' }}&gt;所有数字只有一个实现，模型只负责理解问题与组织语言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5C6780', letterSpacing: 1 }}&gt;昨日营收（元）&lt;/Text&gt;&#13;&#10;        &lt;Text style={{ fontSize: 68, fontWeight: 'bold', color: '#0C1222', letterSpacing: -2 }}&gt;6,029.65&lt;/Text&gt;&#13;&#10;        &lt;Text style={{ fontSize: 13, color: '#5C6780', marginTop: 6 }}&gt;同星期基线 8,024.45 · 低 24.8%&lt;/Text&gt;&#13;&#10;      &lt;/Box&gt;&#13;&#10;      &lt;Box style={{ flex: 1, flexDirection: 'column', gap: 10 }}&gt;&#13;&#10;        &lt;Text style={{ fontSize: 13, color: '#5C6780' }}&gt;这个数字出现在三个地方，必须完全相等&lt;/Text&gt;&#13;&#10;        &lt;Box style={{ flexDirection: 'row', gap: 12 }}&gt;&#13;&#10;          &lt;Box style={{ flex: 1, background: '#FFFFFF', border: '1px solid #E3E8F5', borderRadius: 10, padding: 16 }}&gt;&#13;&#10;            &lt;Text style={{ fontSize: 15, color: '#0C1222' }}&gt;AI 驾驶舱&lt;/Text&gt;&#13;&#10;            &lt;Text style={{ fontSize: 12, color: '#5C6780', marginTop: 6 }}&gt;KPI 卡片&lt;/Text&gt;&#13;&#10;          &lt;/Box&gt;&#13;&#10;          &lt;Box style={{ flex: 1, background: '#FFFFFF', border: '1px solid #E3E8F5', borderRadius: 10, padding: 16 }}&gt;&#13;&#10;            &lt;Text style={{ fontSize: 15, color: '#0C1222' }}&gt;营收报表&lt;/Text&gt;&#13;&#10;            &lt;Text style={{ fontSize: 12, color: '#5C6780', marginTop: 6 }}&gt;按日汇总&lt;/Text&gt;&#13;&#10;          &lt;/Box&gt;&#13;&#10;          &lt;Box style={{ flex: 1, background: '#FFFFFF', border: '1px solid #E3E8F5', borderRadius: 10, padding: 16 }}&gt;&#13;&#10;            &lt;Text style={{ fontSize: 15, color: '#0C1222' }}&gt;AI 问答&lt;/Text&gt;&#13;&#10;            &lt;Text style={{ fontSize: 12, color: '#5C6780', marginTop: 6 }}&gt;SQL 结果&lt;/Text&gt;&#13;&#10;          &lt;/Box&gt;&#13;&#10;        &lt;/Box&gt;&#13;&#10;      &lt;/Box&gt;&#13;&#10;    &lt;/Box&gt;&#13;&#10;    &lt;Box style={{ marginTop: 26, background: '#FBFCFE', border: '1px solid #E3E8F5', borderRadius: 12, padding: 22 }}&gt;&#13;&#10;      &lt;Text style={{ fontSize: 12, color: '#8A93A8', letterSpacing: 1 }}&gt;analytics / metrics.py&lt;/Text&gt;&#13;&#10;      &lt;Text style={{ fontSize: 14, color: '#5C6780', marginTop: 10, lineHeight: 1.9 }}&gt;&#13;&#10;        def q_kpi(conn, d1, d2):&amp;nbsp;&amp;nbsp;&lt;span style={{ color: '#4C4DDC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5C6780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先算清代价，再谈智能&lt;/Text&gt;&#13;&#10;      &lt;Text style={{ fontSize: 15, color: '#5C6780' }}&gt;左边是它在这套 180 天数据里真找出来的，右边是按建议执行后的测算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4 }}&gt;&#13;&#10;      &lt;Box style={{ flex: 1.15, flexDirection: 'column' }}&gt;&#13;&#10;        &lt;Text style={{ fontSize: 13, color: '#5C6780', letterSpacing: 1 }}&gt;实测 · 系统自己发现的五件事&lt;/Text&gt;&#13;&#10;        &lt;Box style={{ marginTop: 14, flexDirection: 'column', gap: 0 }}&gt;&#13;&#10;          &lt;Box style={{ paddingTop: 12, paddingBottom: 12, borderTop: '1px solid #E3E8F5', flexDirection: 'row', alignItems: 'baseline' }}&gt;&#13;&#10;            &lt;Text style={{ fontSize: 26, fontWeight: 'bold', color: '#4C4DDC', width: 96 }}&gt;11.1%&lt;/Text&gt;&#13;&#10;            &lt;Text style={{ fontSize: 14, color: '#0C1222' }}&gt;近 7 天折扣率，比前 30 天的 8.8% 高 2.3 个点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1,899&lt;/Text&gt;&#13;&#10;            &lt;Text style={{ fontSize: 14, color: '#0C1222' }}&gt;元 · 按原折扣水平本可少让的金额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19 道&lt;/Text&gt;&#13;&#10;            &lt;Text style={{ fontSize: 14, color: '#0C1222' }}&gt;菜连续 3 天 0 销量，占在售 9.2%&lt;/Text&gt;&#13;&#10;          &lt;/Box&gt;&#13;&#10;          &lt;Box style={{ paddingTop: 12, paddingBottom: 12, borderTop: '1px solid #E3E8F5', flexDirection: 'row', alignItems: 'baseline' }}&gt;&#13;&#10;            &lt;Text style={{ fontSize: 26, fontWeight: 'bold', color: '#4C4DDC', width: 96 }}&gt;5 种&lt;/Text&gt;&#13;&#10;            &lt;Text style={{ fontSize: 14, color: '#0C1222' }}&gt;食材可支撑不足 2 天（基围虾只剩 1.5 天）&lt;/Text&gt;&#13;&#10;          &lt;/Box&gt;&#13;&#10;          &lt;Box style={{ paddingTop: 12, paddingBottom: 12, borderTop: '1px solid #E3E8F5', borderBottom: '1px solid #E3E8F5', flexDirection: 'row', alignItems: 'baseline' }}&gt;&#13;&#10;            &lt;Text style={{ fontSize: 26, fontWeight: 'bold', color: '#4C4DDC', width: 96 }}&gt;57.6%&lt;/Text&gt;&#13;&#10;            &lt;Text style={{ fontSize: 14, color: '#0C1222' }}&gt;近 30 天毛利率，比目标低 2.4 个点&lt;/Text&gt;&#13;&#10;          &lt;/Box&gt;&#13;&#10;        &lt;/Box&gt;&#13;&#10;      &lt;/Box&gt;&#13;&#10;      &lt;Box style={{ flex: 1, background: '#EEF1FE', border: '1px solid #C9CDF6', borderRadius: 14, padding: 30, flexDirection: 'column', gap: 18, justifyContent: 'flex-start' }}&gt;&#13;&#10;        &lt;Box style={{ flexDirection: 'column', gap: 6 }}&gt;&#13;&#10;          &lt;Text style={{ fontSize: 13, color: '#4C4DDC', letterSpacing: 1 }}&gt;测算 · 补齐这 2.4 个点&lt;/Text&gt;&#13;&#10;          &lt;Text style={{ fontSize: 56, fontWeight: 'bold', color: '#0C1222', letterSpacing: -1 }}&gt;+9.4&lt;span style={{ fontSize: 22 }}&gt; 万/年&lt;/span&gt;&lt;/Text&gt;&#13;&#10;          &lt;Text style={{ fontSize: 13, color: '#5C6780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0C1222' }}&gt;怎么补：&lt;/Text&gt;&#13;&#10;          &lt;Text style={{ fontSize: 13, color: '#5C6780', lineHeight: 1.8 }}&gt;① 3 道瘦狗菜调价 5%~15%&lt;br /&gt;② 19 道滞销菜组套餐或下架&lt;br /&gt;③ 折扣收回 2 个点&lt;/Text&gt;&#13;&#10;        &lt;/Box&gt;&#13;&#10;        &lt;Text style={{ fontSize: 11, color: '#6B7490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一家店跑通，才敢谈复制&lt;/Text&gt;&#13;&#10;      &lt;Text style={{ fontSize: 15, color: '#5C6780' }}&gt;单店 → 连锁 → 产业带，每一步都靠同一套指标与工具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6, height: 210 }}&gt;&#13;&#10;      &lt;Box style={{ flex: 1, background: '#EEF1FE', border: '1px solid #C9CDF6', borderRadius: 14, padding: 24 }}&gt;&#13;&#10;        &lt;Text style={{ fontSize: 12, color: '#4C4DDC', letterSpacing: 2 }}&gt;现在 · 单店&lt;/Text&gt;&#13;&#10;        &lt;Text style={{ fontSize: 22, fontWeight: 'bold', color: '#0C1222', marginTop: 10 }}&gt;跑通闭环&lt;/Text&gt;&#13;&#10;        &lt;Text style={{ fontSize: 14, color: '#5C6780', marginTop: 10, lineHeight: 1.75 }}&gt;180 天数据 · 6,803 单&lt;br /&gt;AI 建议 → 执行 → 效果回流&lt;/Text&gt;&#13;&#10;      &lt;/Box&gt;&#13;&#10;      &lt;Box style={{ flex: 1, background: '#FFFFFF', border: '1px solid #E3E8F5', borderRadius: 14, padding: 24 }}&gt;&#13;&#10;        &lt;Text style={{ fontSize: 12, color: '#5C6780', letterSpacing: 2 }}&gt;下一步 · 连锁&lt;/Text&gt;&#13;&#10;        &lt;Text style={{ fontSize: 22, fontWeight: 'bold', color: '#0C1222', marginTop: 10 }}&gt;门店对比&lt;/Text&gt;&#13;&#10;        &lt;Text style={{ fontSize: 14, color: '#5C6780', marginTop: 10, lineHeight: 1.75 }}&gt;同一指标跨店比较&lt;br /&gt;找出「哪家店哪道菜不对」&lt;/Text&gt;&#13;&#10;      &lt;/Box&gt;&#13;&#10;      &lt;Box style={{ flex: 1, background: '#FFFFFF', border: '1px solid #E3E8F5', borderRadius: 14, padding: 24 }}&gt;&#13;&#10;        &lt;Text style={{ fontSize: 12, color: '#5C6780', letterSpacing: 2 }}&gt;更远 · 产业带&lt;/Text&gt;&#13;&#10;        &lt;Text style={{ fontSize: 22, fontWeight: 'bold', color: '#0C1222', marginTop: 10 }}&gt;供应链协同&lt;/Text&gt;&#13;&#10;        &lt;Text style={{ fontSize: 14, color: '#5C6780', marginTop: 10, lineHeight: 1.75 }}&gt;聚合采购需求&lt;br /&gt;用数据换议价权&lt;/Text&gt;&#13;&#10;      &lt;/Box&gt;&#13;&#10;    &lt;/Box&gt;&#13;&#10;    &lt;Box style={{ marginTop: 26, background: '#FBFCFE', border: '1px solid #E3E8F5', borderRadius: 12, padding: '22px 26px', flexDirection: 'row', alignItems: 'center', gap: 18 }}&gt;&#13;&#10;      &lt;Text style={{ fontSize: 13, color: '#5C6780', width: 96 }}&gt;数据飞轮&lt;/Text&gt;&#13;&#10;      &lt;Text style={{ fontSize: 16, color: '#0C1222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8A93A8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主动说清楚：它现在还不能做什么&lt;/Text&gt;&#13;&#10;      &lt;Text style={{ fontSize: 15, color: '#5C6780' }}&gt;边界写得越清楚，越敢把店交给它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4C4DDC', width: 30 }}&gt;01&lt;/Text&gt;&#13;&#10;        &lt;Box style={{ flexDirection: 'column', gap: 4 }}&gt;&#13;&#10;          &lt;Text style={{ fontSize: 18, color: '#0C1222' }}&gt;预测不是深度学习&lt;/Text&gt;&#13;&#10;          &lt;Text style={{ fontSize: 14, color: '#5C6780' }}&gt;单店 180 天数据撑不起模型，用「水平 × 星期因子 × 趋势」三层分解，给区间比给点值更诚实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2&lt;/Text&gt;&#13;&#10;        &lt;Box style={{ flexDirection: 'column', gap: 4 }}&gt;&#13;&#10;          &lt;Text style={{ fontSize: 18, color: '#0C1222' }}&gt;调价单次不超过 15%&lt;/Text&gt;&#13;&#10;          &lt;Text style={{ fontSize: 14, color: '#5C6780' }}&gt;成本加成算出来的价格往往卖不动；差额建议靠改配方或换供应商补，而不是一次涨到位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3&lt;/Text&gt;&#13;&#10;        &lt;Box style={{ flexDirection: 'column', gap: 4 }}&gt;&#13;&#10;          &lt;Text style={{ fontSize: 18, color: '#0C1222' }}&gt;采购建议未考虑起订量与在途&lt;/Text&gt;&#13;&#10;          &lt;Text style={{ fontSize: 14, color: '#5C6780' }}&gt;当前按近 14 天日均消耗外推，接入供应商报价单后再补这一层。&lt;/Text&gt;&#13;&#10;        &lt;/Box&gt;&#13;&#10;      &lt;/Box&gt;&#13;&#10;      &lt;Box style={{ height: 1, background: '#E3E8F5' }} /&gt;&#13;&#10;      &lt;Box style={{ flexDirection: 'row', gap: 16, alignItems: 'flex-start' }}&gt;&#13;&#10;        &lt;Text style={{ fontSize: 14, fontWeight: 'bold', color: '#4C4DDC', width: 30 }}&gt;04&lt;/Text&gt;&#13;&#10;        &lt;Box style={{ flexDirection: 'column', gap: 4 }}&gt;&#13;&#10;          &lt;Text style={{ fontSize: 18, color: '#0C1222' }}&gt;局域网 HTTP，不直连公网&lt;/Text&gt;&#13;&#10;          &lt;Text style={{ fontSize: 14, color: '#5C6780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E3E8F5' }}&gt;&#13;&#10;      &lt;Text style={{ fontSize: 20, color: '#0C1222' }}&gt;知道自己不能做什么，才敢让你把&lt;Text style={{ fontSize: 20, fontWeight: 'bold', color: '#4C4DDC' }}&gt;钱&lt;/Text&gt;交给它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 descr="&lt;Slide style={{ width: 1280, height: 720, background: '#F6F8FD', padding: '56px 72px', flexDirection: 'column', justifyContent: 'space-between' }}&gt;&#13;&#10;  &lt;Box style={{ flexDirection: 'row', justifyContent: 'space-between', alignItems: 'center' }}&gt;&#13;&#10;    &lt;Text style={{ fontSize: 13, color: '#5C6780', letterSpacing: 1 }}&gt;2026 武汉 1024 · 人工智能创新应用黑客松&lt;/Text&gt;&#13;&#10;    &lt;Text style={{ fontSize: 13, color: '#4C4DDC', fontWeight: 'bold', letterSpacing: 2 }}&gt;产业应用赛道&lt;/Text&gt;&#13;&#10;  &lt;/Box&gt;&#13;&#10;  &lt;Box style={{ flexDirection: 'column' }}&gt;&#13;&#10;    &lt;Text style={{ fontSize: 52, fontWeight: 'bold', color: '#0C1222', lineHeight: 1.35, width: 960 }}&gt;&#13;&#10;      让每个小店，&lt;br /&gt;都有一个不用发工资的掌柜。&#13;&#10;    &lt;/Text&gt;&#13;&#10;    &lt;Box style={{ width: 88, height: 4, background: '#4C4DDC', borderRadius: 2, marginTop: 26, marginBottom: 22 }} /&gt;&#13;&#10;    &lt;Text style={{ fontSize: 17, color: '#5C6780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0C1222' }}&gt;AI 掌柜 · 中小餐饮经营 Agent&lt;/Text&gt;&#13;&#10;      &lt;Text style={{ fontSize: 13, color: '#4C4DDC', fontWeight: 'bold' }}&gt;github.com/wsj20011001/ai-zhanggui&lt;/Text&gt;&#13;&#10;      &lt;Text style={{ fontSize: 12, color: '#5C6780' }}&gt;管理端 admin / admin123 · 点餐端工号 1001 / 123456&lt;/Text&gt;&#13;&#10;    &lt;/Box&gt;&#13;&#10;    &lt;Text style={{ fontSize: 13, color: '#8A93A8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附录 A · 界面实拍（无美化）&lt;/Text&gt;&#13;&#10;      &lt;Text style={{ fontSize: 15, color: '#5C6780' }}&gt;这是 1920 宽屏下直接截的图，不是设计稿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flex: 1, paddingTop: 8, flexDirection: 'row', gap: 26 }}&gt;&#13;&#10;    &lt;Box style={{ flex: 1.75, background: '#FFFFFF', border: '1px solid #E3E8F5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4C4DDC', letterSpacing: 1 }}&gt;01 首屏只有三件事&lt;/Text&gt;&#13;&#10;        &lt;Text style={{ fontSize: 14, color: '#5C6780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4C4DDC', letterSpacing: 1 }}&gt;02 每条都带证据&lt;/Text&gt;&#13;&#10;        &lt;Text style={{ fontSize: 14, color: '#5C6780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4C4DDC', letterSpacing: 1 }}&gt;03 右边是实时状态&lt;/Text&gt;&#13;&#10;        &lt;Text style={{ fontSize: 14, color: '#5C6780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4C4DDC', letterSpacing: 1 }}&gt;04 按钮就是动作&lt;/Text&gt;&#13;&#10;        &lt;Text style={{ fontSize: 14, color: '#5C6780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演示数据：180 天 / 6,803 单（seed_demo.py 生成）&lt;/Text&gt;&#13;&#10;    &lt;Text style={{ fontSize: 12, color: '#8A93A8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2026-10-20T15:59:55Z</dcterms:created>
  <dcterms:modified xsi:type="dcterms:W3CDTF">2026-10-20T15:59:55Z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