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5" Type="http://schemas.openxmlformats.org/officeDocument/2006/relationships/notesMaster" Target="notesMasters/notesMaster1.xml" 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Relationship Id="rId2" Type="http://schemas.openxmlformats.org/officeDocument/2006/relationships/image" Target="media/image2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这套数据里最紧的食材只够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685800" y="5095875"/>
            <a:ext cx="10820400" cy="514350"/>
          </a:xfrm>
          <a:prstGeom prst="roundRect">
            <a:avLst>
              <a:gd name="adj" fmla="val 2222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914400" y="5286375"/>
            <a:ext cx="914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同一条链路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943100" y="52673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2628900" y="5267325"/>
            <a:ext cx="14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9AA3BE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2886075" y="52673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3571875" y="5267325"/>
            <a:ext cx="14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9AA3BE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829050" y="52673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514850" y="5267325"/>
            <a:ext cx="14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9AA3BE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772025" y="52673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天后复核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5667375" y="528637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四步不换页面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85800" y="581977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533525" y="581977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85800" y="619125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11115675" y="61912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回测误差约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宴席排菜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411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4114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按中餐宴席结构自动配一桌菜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采购单，人工确认后才入库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操作留痕，调价与主推可回滚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85800" y="5772150"/>
            <a:ext cx="10820400" cy="723900"/>
          </a:xfrm>
          <a:custGeom>
            <a:pathLst>
              <a:path w="1136" h="7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足够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模型双通道：云端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1.2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3B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断网可用，切换不重启服务。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85800" y="668655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115675" y="66865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7,507.80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10,898.00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31.1%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10.6%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8.4%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1,476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9.7%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57.8%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+9.0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33.1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2.2pt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20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附录 A · 界面实拍（无美化）&lt;/Text&gt;&#13;&#10;      &lt;Text style={{ fontSize: 15, color: '#5C6780' }}&gt;左边是老板每天看到的，右边是模型与数据的状态页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&#13;&#10;  &lt;Box style={{ flex: 1, flexDirection: 'row', gap: 22 }}&gt;&#13;&#10;    &lt;Box style={{ flex: 1.62, background: '#FFFFFF', border: '1px solid #E3E8F5', borderRadius: 12, padding: 10, overflow: 'hidden' }}&gt;&#13;&#10;      &lt;Image src=&quot;assets/ui_dashboard.png&quot; style={{ width: '100%', height: '100%', objectFit: 'cover', objectPosition: 'left top', borderRadius: 8 }} /&gt;&#13;&#10;    &lt;/Box&gt;&#13;&#10;&#13;&#10;    &lt;Box style={{ flex: 1, flexDirection: 'column', gap: 12 }}&gt;&#13;&#10;      &lt;Box style={{ background: '#FFFFFF', border: '1px solid #E3E8F5', borderRadius: 12, padding: 8, height: 188, overflow: 'hidden' }}&gt;&#13;&#10;        &lt;Image src=&quot;assets/ui_settings.png&quot; style={{ width: '100%', height: '100%', objectFit: 'contain', borderRadius: 6 }} /&gt;&#13;&#10;      &lt;/Box&gt;&#13;&#10;      &lt;Text style={{ fontSize: 12, color: '#5C6780' }}&gt;设置页实拍：本地 3B 已连接（2.0GB）＋ 云端 Key 可用&lt;/Text&gt;&#13;&#10;&#13;&#10;      &lt;Box style={{ flexDirection: 'column', gap: 5, marginTop: 2 }}&gt;&#13;&#10;        &lt;Text style={{ fontSize: 13, color: '#4C4DDC', letterSpacing: 1 }}&gt;01 首屏只有三件事&lt;/Text&gt;&#13;&#10;        &lt;Text style={{ fontSize: 13, color: '#5C6780', lineHeight: 1.6 }}&gt;按影响金额排序，不是按模块罗列。&lt;/Text&gt;&#13;&#10;      &lt;/Box&gt;&#13;&#10;      &lt;Box style={{ flexDirection: 'column', gap: 5 }}&gt;&#13;&#10;        &lt;Text style={{ fontSize: 13, color: '#4C4DDC', letterSpacing: 1 }}&gt;02 每条都带证据&lt;/Text&gt;&#13;&#10;        &lt;Text style={{ fontSize: 13, color: '#5C6780', lineHeight: 1.6 }}&gt;灰底那行是指标、当前值、基线、阈值。&lt;/Text&gt;&#13;&#10;      &lt;/Box&gt;&#13;&#10;      &lt;Box style={{ flexDirection: 'column', gap: 5 }}&gt;&#13;&#10;        &lt;Text style={{ fontSize: 13, color: '#4C4DDC', letterSpacing: 1 }}&gt;03 按钮就是动作&lt;/Text&gt;&#13;&#10;        &lt;Text style={{ fontSize: 13, color: '#5C6780', lineHeight: 1.6 }}&gt;生成采购单、执行调价都是当场改数据。&lt;/Text&gt;&#13;&#10;      &lt;/Box&gt;&#13;&#10;    &lt;/Box&gt;&#13;&#10;  &lt;/Box&gt;&#13;&#10;&#13;&#10;  &lt;Box style={{ height: 36, flexDirection: 'row', justifyContent: 'space-between', alignItems: 'flex-end' }}&gt;&#13;&#10;    &lt;Text style={{ fontSize: 12, color: '#8A93A8' }}&gt;演示数据：180 天 / 6,808 单（seed_demo.py 生成）&lt;/Text&gt;&#13;&#10;    &lt;Text style={{ fontSize: 12, color: '#8A93A8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左边是老板每天看到的，右边是模型与数据的状态页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685800" y="1609725"/>
            <a:ext cx="6562725" cy="4371975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pic>
        <p:nvPicPr>
          <p:cNvPr id="99" name=""/>
          <p:cNvPicPr>
            <a:picLocks noChangeAspect="1"/>
          </p:cNvPicPr>
          <p:nvPr/>
        </p:nvPicPr>
        <p:blipFill>
          <a:blip r:embed="rId1"/>
          <a:srcRect l="0" t="2753" r="0" b="2753"/>
          <a:stretch>
            <a:fillRect/>
          </a:stretch>
        </p:blipFill>
        <p:spPr>
          <a:xfrm rot="0" flipH="0" flipV="0">
            <a:off x="781050" y="1704975"/>
            <a:ext cx="6372225" cy="4181475"/>
          </a:xfrm>
          <a:prstGeom prst="roundRect">
            <a:avLst>
              <a:gd name="adj" fmla="val 1822"/>
            </a:avLst>
          </a:prstGeom>
          <a:ln/>
        </p:spPr>
      </p:pic>
      <p:sp>
        <p:nvSpPr>
          <p:cNvPr id="100" name=""/>
          <p:cNvSpPr/>
          <p:nvPr/>
        </p:nvSpPr>
        <p:spPr>
          <a:xfrm rot="0" flipH="0" flipV="0">
            <a:off x="7458075" y="1609725"/>
            <a:ext cx="4048125" cy="17907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pic>
        <p:nvPicPr>
          <p:cNvPr id="101" name=""/>
          <p:cNvPicPr>
            <a:picLocks noChangeAspect="1"/>
          </p:cNvPicPr>
          <p:nvPr/>
        </p:nvPicPr>
        <p:blipFill>
          <a:blip r:embed="rId2"/>
          <a:srcRect l="0" t="7946" r="0" b="7946"/>
          <a:stretch>
            <a:fillRect/>
          </a:stretch>
        </p:blipFill>
        <p:spPr>
          <a:xfrm rot="0" flipH="0" flipV="0">
            <a:off x="7534275" y="1685925"/>
            <a:ext cx="3895725" cy="1638300"/>
          </a:xfrm>
          <a:prstGeom prst="roundRect">
            <a:avLst>
              <a:gd name="adj" fmla="val 3488"/>
            </a:avLst>
          </a:prstGeom>
          <a:ln/>
        </p:spPr>
      </p:pic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458075" y="3514725"/>
            <a:ext cx="404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设置页实拍：本地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3B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已连接（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2.0GB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）＋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Key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可用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458075" y="3790950"/>
            <a:ext cx="404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458075" y="3990975"/>
            <a:ext cx="4048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458075" y="4343400"/>
            <a:ext cx="404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458075" y="4543425"/>
            <a:ext cx="4048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458075" y="4895850"/>
            <a:ext cx="404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458075" y="5095875"/>
            <a:ext cx="4048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生成采购单、执行调价都是当场改数据。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6,808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9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B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我们怎么证明它可靠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不是「能跑一遍」，而是固定题库、可重复测量的评测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85800" y="1609725"/>
            <a:ext cx="5343525" cy="1628775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95350" y="1819275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95350" y="2324100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越界</a:t>
            </a:r>
            <a:r>
              <a:rPr lang="en-US" sz="12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全部拦截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95350" y="25622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DROP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多语句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UNION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跨表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ATTACH · PRAGMA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162675" y="1609725"/>
            <a:ext cx="5343525" cy="1628775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72225" y="1819275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372225" y="2324100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问答评测集全通过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372225" y="25622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12/12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结论一致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12/12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平均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1.2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85800" y="3371850"/>
            <a:ext cx="5343525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95350" y="3581400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处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95350" y="4086225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同一指标必须同值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95350" y="43148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原始表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视图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事实表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驾驶舱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报表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AI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6162675" y="3371850"/>
            <a:ext cx="5343525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372225" y="3581400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套件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372225" y="4086225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一键回归，</a:t>
            </a:r>
            <a:r>
              <a:rPr lang="en-US" sz="12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秒跑完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372225" y="43148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个页面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50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项单元测试</a:t>
            </a:r>
            <a:endParaRPr/>
          </a:p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CSV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导入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Mock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模型链路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685800" y="5124450"/>
            <a:ext cx="10820400" cy="857250"/>
          </a:xfrm>
          <a:prstGeom prst="roundRect">
            <a:avLst>
              <a:gd name="adj" fmla="val 13333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95350" y="5486400"/>
            <a:ext cx="914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真实案例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981200" y="5276850"/>
            <a:ext cx="93154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模型的结论写「共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50" b="1">
                <a:solidFill>
                  <a:srgbClr val="0C1222"/>
                </a:solidFill>
                <a:latin typeface="Microsoft YaHei"/>
                <a:ea typeface="Microsoft YaHei"/>
              </a:rPr>
              <a:t>6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种食材低于预警」，查询结果实际是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50" b="1">
                <a:solidFill>
                  <a:srgbClr val="0C1222"/>
                </a:solidFill>
                <a:latin typeface="Microsoft YaHei"/>
                <a:ea typeface="Microsoft YaHei"/>
              </a:rPr>
              <a:t>9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种；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2.8 </a:t>
            </a:r>
            <a:r>
              <a:rPr lang="zh-CN" sz="1050" b="1">
                <a:solidFill>
                  <a:srgbClr val="0C1222"/>
                </a:solidFill>
                <a:latin typeface="Microsoft YaHei"/>
                <a:ea typeface="Microsoft YaHei"/>
              </a:rPr>
              <a:t>斤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」被写成「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>3.2 kg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」。服务端校验发现数字对不上，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判定为编造</a:t>
            </a: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换成确定性摘要</a:t>
            </a: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让它看着真实结果重写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3000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命令：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python run_tests.py · python tests/eval_nl2sql.py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B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2026-10-22T15:16:41Z</dcterms:created>
  <dcterms:modified xsi:type="dcterms:W3CDTF">2026-10-22T15:16:41Z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