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6" Type="http://schemas.openxmlformats.org/officeDocument/2006/relationships/slide" Target="slides/slide6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14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5" Type="http://schemas.openxmlformats.org/officeDocument/2006/relationships/slide" Target="slides/slide5.xml" /><Relationship Id="rId17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511492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现场三分钟，只走一条路径&lt;/Text&gt;&#13;&#10;      &lt;Text style={{ fontSize: 15, color: '#5C6780' }}&gt;上午 09:00，老板打开电脑后的真实操作顺序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6, height: 205 }}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1 步 · 30 秒&lt;/Text&gt;&#13;&#10;        &lt;Text style={{ fontSize: 21, fontWeight: 'bold', color: '#0C1222', marginTop: 6 }}&gt;打开驾驶舱&lt;/Text&gt;&#13;&#10;        &lt;Text style={{ fontSize: 14, color: '#5C6780', lineHeight: 1.8 }}&gt;只有 3 件事：&lt;br /&gt;营收跌 20%、3 道菜滞销、&lt;br /&gt;牛腩只够 1.5 天。&lt;/Text&gt;&#13;&#10;      &lt;/Box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2 步 · 60 秒&lt;/Text&gt;&#13;&#10;        &lt;Text style={{ fontSize: 21, fontWeight: 'bold', color: '#0C1222', marginTop: 6 }}&gt;点「营收下滑」&lt;/Text&gt;&#13;&#10;        &lt;Text style={{ fontSize: 14, color: '#5C6780', lineHeight: 1.8 }}&gt;拆成客流 −18%、客单价 −3%，&lt;br /&gt;结论：人少了，&lt;br /&gt;不是点便宜了。&lt;/Text&gt;&#13;&#10;      &lt;/Box&gt;&#13;&#10;      &lt;Box style={{ flex: 1, background: '#FFFFFF', border: '1px solid #E3E8F5', borderRadius: 14, padding: 24, flexDirection: 'column', justifyContent: 'space-between' }}&gt;&#13;&#10;        &lt;Text style={{ fontSize: 12, color: '#4C4DDC', letterSpacing: 2 }}&gt;第 3 步 · 60 秒&lt;/Text&gt;&#13;&#10;        &lt;Text style={{ fontSize: 21, fontWeight: 'bold', color: '#0C1222', marginTop: 6 }}&gt;点「缺货」&lt;/Text&gt;&#13;&#10;        &lt;Text style={{ fontSize: 14, color: '#5C6780', lineHeight: 1.8 }}&gt;按 7 天用量生成采购单&lt;br /&gt;→ 确认入库&lt;br /&gt;→ 库存与流水同步。&lt;/Text&gt;&#13;&#10;      &lt;/Box&gt;&#13;&#10;    &lt;/Box&gt;&#13;&#10;    &lt;Box style={{ marginTop: 20, background: '#EEF1FE', border: '1px solid #C9CDF6', borderRadius: 14, padding: '20px 24px', flexDirection: 'row', alignItems: 'center', gap: 24 }}&gt;&#13;&#10;      &lt;Text style={{ fontSize: 13, color: '#4C4DDC', letterSpacing: 2, width: 132 }}&gt;加演 · 宴席排菜&lt;/Text&gt;&#13;&#10;      &lt;Box style={{ flexDirection: 'column', gap: 6 }}&gt;&#13;&#10;        &lt;Text style={{ fontSize: 19, fontWeight: 'bold', color: '#0C1222' }}&gt;「8 人 / 人均 150」&lt;/Text&gt;&#13;&#10;        &lt;Text style={{ fontSize: 13, color: '#5C6780' }}&gt;按中餐宴席结构自动配一桌菜 → 一键成单 → 后厨立刻看到，可人工增减。&lt;/Text&gt;&#13;&#10;      &lt;/Box&gt;&#13;&#10;    &lt;/Box&gt;&#13;&#10;    &lt;Box style={{ marginTop: 20, paddingTop: 16, borderTop: '1px solid #E3E8F5', flexDirection: 'row', gap: 0 }}&gt;&#13;&#10;      &lt;Box style={{ flex: 1, flexDirection: 'column', gap: 3 }}&gt;&#13;&#10;        &lt;Text style={{ fontSize: 24, fontWeight: 'bold', color: '#0C1222' }}&gt;1 张&lt;/Text&gt;&#13;&#10;        &lt;Text style={{ fontSize: 12, color: '#5C6780' }}&gt;采购单，人工确认后才入库&lt;/Text&gt;&#13;&#10;      &lt;/Box&gt;&#13;&#10;      &lt;Box style={{ flex: 1, flexDirection: 'column', gap: 3 }}&gt;&#13;&#10;        &lt;Text style={{ fontSize: 24, fontWeight: 'bold', color: '#0C1222' }}&gt;7 种&lt;/Text&gt;&#13;&#10;        &lt;Text style={{ fontSize: 12, color: '#5C6780' }}&gt;食材库存与流水同步更新&lt;/Text&gt;&#13;&#10;      &lt;/Box&gt;&#13;&#10;      &lt;Box style={{ flex: 1, flexDirection: 'column', gap: 3 }}&gt;&#13;&#10;        &lt;Text style={{ fontSize: 24, fontWeight: 'bold', color: '#0C1222' }}&gt;3 条&lt;/Text&gt;&#13;&#10;        &lt;Text style={{ fontSize: 12, color: '#5C6780' }}&gt;操作留痕，调价与主推可回滚&lt;/Text&gt;&#13;&#10;      &lt;/Box&gt;&#13;&#10;      &lt;Box style={{ flex: 1.2, flexDirection: 'column', gap: 3 }}&gt;&#13;&#10;        &lt;Text style={{ fontSize: 24, fontWeight: 'bold', color: '#4C4DDC' }}&gt;0 次&lt;/Text&gt;&#13;&#10;        &lt;Text style={{ fontSize: 12, color: '#5C6780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宴席排菜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411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4114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按中餐宴席结构自动配一桌菜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采购单，人工确认后才入库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操作留痕，调价与主推可回滚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85800" y="5772150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64103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1156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>
            <a:pPr/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2026-10-20T16:23:45Z</dcterms:created>
  <dcterms:modified xsi:type="dcterms:W3CDTF">2026-10-20T16:23:45Z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